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6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〇〇サロン様へのご提案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一緒に、サロンの成長を。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6C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「採用」の悩みを、ランデックスと一緒に解決しませんか。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38862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私たちの信用力・採用力と、サロン様の技術・現場力。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2つを持ち寄って、いいチームと、伸びる店舗を一緒につくりたいと考えています。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株式会社ランデックス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こんなお悩み、ありませんか？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多くのサロン様が、日々の運営のなかで「採用」に頭を悩ませています。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2514600"/>
          </a:xfrm>
          <a:prstGeom prst="roundRect">
            <a:avLst>
              <a:gd name="adj" fmla="val 2909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65960" y="2468880"/>
            <a:ext cx="640080" cy="640080"/>
          </a:xfrm>
          <a:prstGeom prst="ellipse">
            <a:avLst/>
          </a:prstGeom>
          <a:solidFill>
            <a:srgbClr val="E7EFEC"/>
          </a:solidFill>
          <a:ln/>
        </p:spPr>
      </p:sp>
      <p:sp>
        <p:nvSpPr>
          <p:cNvPr id="7" name="Text 5"/>
          <p:cNvSpPr/>
          <p:nvPr/>
        </p:nvSpPr>
        <p:spPr>
          <a:xfrm>
            <a:off x="1965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良い人が</a:t>
            </a:r>
            <a:endParaRPr lang="en-US" sz="17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なかなか採れない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求める人物像に合うスタッフとの出会いが少ない。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474720" cy="2514600"/>
          </a:xfrm>
          <a:prstGeom prst="roundRect">
            <a:avLst>
              <a:gd name="adj" fmla="val 2909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60720" y="2468880"/>
            <a:ext cx="640080" cy="640080"/>
          </a:xfrm>
          <a:prstGeom prst="ellipse">
            <a:avLst/>
          </a:prstGeom>
          <a:solidFill>
            <a:srgbClr val="E7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72000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採用にコストと</a:t>
            </a:r>
            <a:endParaRPr lang="en-US" sz="17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手間がかかる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17720" y="3977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求人広告費や面接対応など、負担が大きい。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148840"/>
            <a:ext cx="3474720" cy="2514600"/>
          </a:xfrm>
          <a:prstGeom prst="roundRect">
            <a:avLst>
              <a:gd name="adj" fmla="val 2909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55480" y="2468880"/>
            <a:ext cx="640080" cy="640080"/>
          </a:xfrm>
          <a:prstGeom prst="ellipse">
            <a:avLst/>
          </a:prstGeom>
          <a:solidFill>
            <a:srgbClr val="E7EFEC"/>
          </a:solidFill>
          <a:ln/>
        </p:spPr>
      </p:sp>
      <p:sp>
        <p:nvSpPr>
          <p:cNvPr id="17" name="Text 15"/>
          <p:cNvSpPr/>
          <p:nvPr/>
        </p:nvSpPr>
        <p:spPr>
          <a:xfrm>
            <a:off x="9555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66760" y="3246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募集しても</a:t>
            </a:r>
            <a:endParaRPr lang="en-US" sz="17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応募が集まらない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0" y="3977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掲載しても、そもそも応募が来ない・続かない。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0F3D3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その採用、</a:t>
            </a:r>
            <a:pPr algn="ctr" indent="0" marL="0">
              <a:buNone/>
            </a:pPr>
            <a:r>
              <a:rPr lang="en-US" sz="2100" b="1" dirty="0">
                <a:solidFill>
                  <a:srgbClr val="E6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私たちが一緒に担います。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548640" y="641908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株式会社ランデックス ／ 〇〇サロン様 ご提案資料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78992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ランデックスと組む、3つのメリット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採用の「大変なところ」を私たちが引き受け、サロン様は本業に集中できます。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783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63040" y="173736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知名度・信用力で「応募が集まる」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63040" y="214884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ランデックスの認知度を活かして募集をかけるので、応募が集まりやすくなります。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" y="2834640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63040" y="2788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採用のプロが、実務をそのまま代行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463040" y="32004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求人の作成から応募対応・面接調整まで、採用の手間を私たちが引き受けます。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4360" y="3886200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8862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63040" y="38404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採用費の一部を、私たちが負担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63040" y="42519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出資という形で採用にかかる費用を一緒に負担。サロン様の初期負担を軽くします。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BF4E6"/>
          </a:solidFill>
          <a:ln w="12700">
            <a:solidFill>
              <a:srgbClr val="EAD9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一緒だから、</a:t>
            </a:r>
            <a:pPr algn="ctr" indent="0" marL="0">
              <a:buNone/>
            </a:pPr>
            <a:r>
              <a:rPr lang="en-US" sz="1900" b="1" dirty="0">
                <a:solidFill>
                  <a:srgbClr val="8A6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採用がラクになり、店舗は運営に集中できる。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548640" y="641908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株式会社ランデックス ／ 〇〇サロン様 ご提案資料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78992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一緒に取り組む「座組み」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お互いの得意なことを持ち寄る、シンプルな役割分担です。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5786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8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ランデックス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450" b="1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採用費の一部を出資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採用にかかる費用を一緒に負担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採用の実務・集客を担当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求人作成・応募対応・面接調整まで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806440" y="3291840"/>
            <a:ext cx="548640" cy="548640"/>
          </a:xfrm>
          <a:prstGeom prst="ellipse">
            <a:avLst/>
          </a:prstGeom>
          <a:solidFill>
            <a:srgbClr val="BE9436"/>
          </a:solidFill>
          <a:ln/>
        </p:spPr>
      </p:sp>
      <p:sp>
        <p:nvSpPr>
          <p:cNvPr id="11" name="Text 9"/>
          <p:cNvSpPr/>
          <p:nvPr/>
        </p:nvSpPr>
        <p:spPr>
          <a:xfrm>
            <a:off x="58064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537960" y="2194560"/>
            <a:ext cx="5074920" cy="2743200"/>
          </a:xfrm>
          <a:prstGeom prst="roundRect">
            <a:avLst>
              <a:gd name="adj" fmla="val 2667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2514600"/>
            <a:ext cx="548640" cy="548640"/>
          </a:xfrm>
          <a:prstGeom prst="ellipse">
            <a:avLst/>
          </a:prstGeom>
          <a:solidFill>
            <a:srgbClr val="BE9436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543800" y="25786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〇〇サロン様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03720" y="329184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450" b="1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店舗運営</a:t>
            </a:r>
            <a:endParaRPr lang="en-US" sz="1450" dirty="0"/>
          </a:p>
          <a:p>
            <a:pPr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これまでどおり本業に集中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スタッフの受け入れ・雇用</a:t>
            </a:r>
            <a:endParaRPr lang="en-US" sz="14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雇用主はサロン様。安心の体制で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どちらも無理なく、店舗の成長という同じゴールを目指せます。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1908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株式会社ランデックス ／ 〇〇サロン様 ご提案資料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78992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8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3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お互いの「取り分」は、シンプルに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分かりにくい仕組みにはしません。次の2本立てで、はっきりお約束します。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468880"/>
            <a:ext cx="502920" cy="502920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514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8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採用の成果報酬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採用が決まった人数に応じて、成果報酬をいただきます（例：1人あたり〇万円）。うまくいった分だけ、というフェアな形です。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F1F7F5"/>
          </a:solidFill>
          <a:ln w="12700">
            <a:solidFill>
              <a:srgbClr val="D8E6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468880"/>
            <a:ext cx="502920" cy="502920"/>
          </a:xfrm>
          <a:prstGeom prst="ellipse">
            <a:avLst/>
          </a:prstGeom>
          <a:solidFill>
            <a:srgbClr val="BE9436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78040" y="25146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7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出資に応じたリターン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83680" y="3200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出資した分に応じて、配当や分配という形でリターンを受け取ります。店舗が伸びるほど、一緒に喜べる仕組みです。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FBF4E6"/>
          </a:solidFill>
          <a:ln w="12700">
            <a:solidFill>
              <a:srgbClr val="EAD9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9377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9A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ご安心ください　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取り分やお金のやり取りは、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すべてきちんとした契約書に明記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1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し、透明に進めます。仕組みは弁護士・税理士など専門家の確認を経てからスタートするので、後から「聞いていない」がありません。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1908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株式会社ランデックス ／ 〇〇サロン様 ご提案資料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789920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C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6C8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まずは一度、お話しませんか。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600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いきなり契約ではありません。まずは顔を合わせて、できそうかどうかを一緒に確かめる。そこからで大丈夫です。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2585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まずはご面談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63347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お店の状況やお困りごとをお聞かせください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127248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1272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09981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取り分・予算のすり合わせ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47472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成果報酬や出資の条件を、納得いくまで相談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968496"/>
            <a:ext cx="603504" cy="603504"/>
          </a:xfrm>
          <a:prstGeom prst="ellipse">
            <a:avLst/>
          </a:prstGeom>
          <a:solidFill>
            <a:srgbClr val="1E8878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684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394106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契約の締結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4315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専門家の確認を経た契約書を取り交わし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4809744"/>
            <a:ext cx="603504" cy="603504"/>
          </a:xfrm>
          <a:prstGeom prst="ellipse">
            <a:avLst/>
          </a:prstGeom>
          <a:solidFill>
            <a:srgbClr val="BE943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09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54480" y="47823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採用スタート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515721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6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一緒に募集を出して、いい仲間を集めます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C8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一緒に、いいチームをつくりましょう。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エステサロン様への協業パートナーシップのご提案</dc:title>
  <dc:subject>PptxGenJS Presentation</dc:subject>
  <dc:creator>株式会社ランデックス</dc:creator>
  <cp:lastModifiedBy>株式会社ランデックス</cp:lastModifiedBy>
  <cp:revision>1</cp:revision>
  <dcterms:created xsi:type="dcterms:W3CDTF">2026-08-06T06:08:19Z</dcterms:created>
  <dcterms:modified xsi:type="dcterms:W3CDTF">2026-08-06T06:08:19Z</dcterms:modified>
</cp:coreProperties>
</file>